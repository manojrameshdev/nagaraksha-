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24492B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A332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NAGATHON ·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NagRaksha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Parallel-dispatch emergency response — and prevention — for snakebites in India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280160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572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software-only system: one SOS, three responders dispatched at once, and a smarter route to the nearest hospital that actually has antivenom.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Nagathon  •  Bengaluru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isn't awareness. It's the first hour.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8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58,000+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from snakebite in India every year — among the highest in the world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6916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8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 stop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many victims is still a traditional healer, not a hospital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6916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8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 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58200" y="251460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types (healer, rescuer, ambulance) is contacted at a time today — never all three at once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1F3D2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51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snakebite apps don't close this gap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6634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SARPA, SERPENT, Snakepedia and The Snakebite Assistant each solve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piece — a hospital locator, a species guide, a myth-buster, or clinical protocol tiers — but route to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responder type at a time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none of them make hospital routing depend on whether antivenom is actually in stock.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SOS. Three responders. Zero hardware.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5B8C5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season-based risk advisories tell people when encounter risk is elevated in their area, using public climate data — no sensors, just software.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828800"/>
            <a:ext cx="640080" cy="64008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SOS trigger fans out in parallel to a trained village-level individual, a rescue team, and an ambulance/hospital — simultaneously, not one after another.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828800"/>
            <a:ext cx="640080" cy="640080"/>
          </a:xfrm>
          <a:prstGeom prst="ellipse">
            <a:avLst/>
          </a:prstGeom>
          <a:solidFill>
            <a:srgbClr val="1F3D24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310896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favours the nearest hospital with confirmed antivenom stock, with the victim's symptom log delivered to the doctor before arrival.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SOS actually moves through the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37760" y="141732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C97A2B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417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Snakebite SOS Triggered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48840" y="2057400"/>
            <a:ext cx="0" cy="777240"/>
          </a:xfrm>
          <a:prstGeom prst="line">
            <a:avLst/>
          </a:prstGeom>
          <a:noFill/>
          <a:ln w="19050">
            <a:solidFill>
              <a:srgbClr val="9BB39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22960" y="283464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24492B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44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Individual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3101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village-level first responder — first aid + symptom log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2057400"/>
            <a:ext cx="0" cy="777240"/>
          </a:xfrm>
          <a:prstGeom prst="line">
            <a:avLst/>
          </a:prstGeom>
          <a:noFill/>
          <a:ln w="19050">
            <a:solidFill>
              <a:srgbClr val="9BB39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709160" y="283464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24492B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944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Rescue Team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46320" y="33101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and safely relocates the snake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921240" y="2057400"/>
            <a:ext cx="0" cy="777240"/>
          </a:xfrm>
          <a:prstGeom prst="line">
            <a:avLst/>
          </a:prstGeom>
          <a:noFill/>
          <a:ln w="19050">
            <a:solidFill>
              <a:srgbClr val="9BB39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595360" y="283464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24492B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2944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Ambulance / Hospital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732520" y="33101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nearest hospital with confirmed antivenom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B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notified at the same instant — no queueing, no single point of failure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3886200"/>
            <a:ext cx="4206240" cy="502920"/>
          </a:xfrm>
          <a:prstGeom prst="line">
            <a:avLst/>
          </a:prstGeom>
          <a:noFill/>
          <a:ln w="19050">
            <a:solidFill>
              <a:srgbClr val="9BB39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355080" y="3886200"/>
            <a:ext cx="4206240" cy="0"/>
          </a:xfrm>
          <a:prstGeom prst="line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9921240" y="3886200"/>
            <a:ext cx="-3794760" cy="502920"/>
          </a:xfrm>
          <a:prstGeom prst="line">
            <a:avLst/>
          </a:prstGeom>
          <a:noFill/>
          <a:ln w="19050">
            <a:solidFill>
              <a:srgbClr val="9BB39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566160" y="448056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5B8C51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44805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at affected location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80760" y="5166360"/>
            <a:ext cx="0" cy="502920"/>
          </a:xfrm>
          <a:prstGeom prst="line">
            <a:avLst/>
          </a:prstGeom>
          <a:noFill/>
          <a:ln w="19050">
            <a:solidFill>
              <a:srgbClr val="9BB39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743200" y="566928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7F5EF"/>
          </a:solidFill>
          <a:ln/>
        </p:spPr>
      </p:sp>
      <p:sp>
        <p:nvSpPr>
          <p:cNvPr id="26" name="Text 24"/>
          <p:cNvSpPr/>
          <p:nvPr/>
        </p:nvSpPr>
        <p:spPr>
          <a:xfrm>
            <a:off x="2880360" y="56692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log + suspected species → handed to treating doctor for antivenom dosage decision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responder gets exactly the view they need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2697480" cy="73152"/>
          </a:xfrm>
          <a:prstGeom prst="rect">
            <a:avLst/>
          </a:prstGeom>
          <a:solidFill>
            <a:srgbClr val="5B8C5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/ Victim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button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photo of the snake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ETA of nearest responder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417320"/>
            <a:ext cx="2697480" cy="73152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645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Individual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+ navigation on accept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Species-specific first-aid checklist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symptom logging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17320"/>
            <a:ext cx="2697480" cy="73152"/>
          </a:xfrm>
          <a:prstGeom prst="rect">
            <a:avLst/>
          </a:prstGeom>
          <a:solidFill>
            <a:srgbClr val="1F3D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45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Rescue Team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alert, same location data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captured species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release tracking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141732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89720" y="1417320"/>
            <a:ext cx="2697480" cy="73152"/>
          </a:xfrm>
          <a:prstGeom prst="rect">
            <a:avLst/>
          </a:prstGeom>
          <a:solidFill>
            <a:srgbClr val="5B8C51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1645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Ambulance / Hospital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72600" y="228600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shortest path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Antivenom-aware hospital ranking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Pre-arrival case + symptom handoff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Prevention layer — fully software, no added hardware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5B8C5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Myth Buster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 answers snake and snakebite questions, corrects common folk-remedy myths, and redirects urgent questions straight to the SOS flow.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828800"/>
            <a:ext cx="594360" cy="594360"/>
          </a:xfrm>
          <a:prstGeom prst="ellipse">
            <a:avLst/>
          </a:prstGeom>
          <a:solidFill>
            <a:srgbClr val="5B8C5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606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Snake ID by Photo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63440" y="315468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phone's existing camera — no external sensor — to classify a photographed snake and flag identification confidence honestly.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1828800"/>
            <a:ext cx="594360" cy="594360"/>
          </a:xfrm>
          <a:prstGeom prst="ellipse">
            <a:avLst/>
          </a:prstGeom>
          <a:solidFill>
            <a:srgbClr val="5B8C51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606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Weather-Based Risk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03920" y="315468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location, season and public weather-API data into an encounter-risk advisory for people heading into the field.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7EFE3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excluded from this build: </a:t>
            </a:r>
            <a:pPr indent="0" marL="0">
              <a:buNone/>
            </a:pPr>
            <a:r>
              <a:rPr lang="en-US" sz="125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motion/thermal-camera sensors and a physical venom test kit. Both were considered, but the system is scoped as software running on devices people already own.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that knows where the antivenom actually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alone can send a victim to the wrong hospital. NagRaksha maintains a live, hospital-updatable antivenom registry and folds it directly into route selection.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492B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60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 update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antivenom stock levels in their console, in real time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4023360"/>
            <a:ext cx="274320" cy="0"/>
          </a:xfrm>
          <a:prstGeom prst="line">
            <a:avLst/>
          </a:prstGeom>
          <a:noFill/>
          <a:ln w="25400">
            <a:solidFill>
              <a:srgbClr val="9BB3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492B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560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20440" y="32004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ranks hospitals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40233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confirmed stock first, travel time second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4023360"/>
            <a:ext cx="274320" cy="0"/>
          </a:xfrm>
          <a:prstGeom prst="line">
            <a:avLst/>
          </a:prstGeom>
          <a:noFill/>
          <a:ln w="25400">
            <a:solidFill>
              <a:srgbClr val="9BB3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492B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560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 routing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40233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shortest path &amp; ETA to the top-ranked hospital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32520" y="4023360"/>
            <a:ext cx="274320" cy="0"/>
          </a:xfrm>
          <a:prstGeom prst="line">
            <a:avLst/>
          </a:prstGeom>
          <a:noFill/>
          <a:ln w="25400">
            <a:solidFill>
              <a:srgbClr val="9BB3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2377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492B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2560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098280" y="32004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Pre-arrival handoff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8280" y="40233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receives symptom log &amp; suspected species before the victim arrives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already solved — and what NagRaksha adds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9786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4114800"/>
                <a:gridCol w="4114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SARPA / SERPENT / Snakepedia / Assistant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NagRaksha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 guide &amp; photo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baseline, not a differentiator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hospital / rescuer lookup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Myth-busting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(Snakepedia)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as a conversational assistant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responder type at a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individual + rescue team + ambulance, in parallel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routing basis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/ directory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antivenom stock, then distance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Antivenom visibility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tracked live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hospital-updatable registry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Responder symptom hand-off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structured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log delivered pre-arrival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risk advisory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offered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Weather/season-based advisory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417320"/>
            <a:ext cx="11978640" cy="512064"/>
          </a:xfrm>
          <a:prstGeom prst="rect">
            <a:avLst/>
          </a:prstGeom>
          <a:solidFill>
            <a:srgbClr val="1F3D2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417320"/>
            <a:ext cx="374904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297680" y="1417320"/>
            <a:ext cx="411480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0" y="1417320"/>
            <a:ext cx="411480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NagRaksha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model &amp; how it sustains itself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3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trained individual replaces the traditional-healer-first reflex for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villages within a ~10 km radius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keeping programme cost bounded while cutting response time.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Recruited &amp; certified via govt/private training centres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teams operate independently, dispatched in parallel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plans coverage gaps from incident analytics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Bio/paramedic students can rotate through village postings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F3D24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approach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D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state-wise and national bite-case data to make the human and economic cost visible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D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that evidence to build the case for government and NGO co-funding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D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Antivenom registry doubles as a blood-bank-style supply network across hospitals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D9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stays free for victims and responders at point of use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24492B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trigger, parallel dispatch, trained-individual &amp; ambulance apps, basic hospital routing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24492B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1880" y="22402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Antivenom registry, Dijkstra-based hospital ranking, symptom hand-off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24492B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myth-buster, snake photo ID, weather-based risk advisory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15544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24492B"/>
          </a:solidFill>
          <a:ln w="12700">
            <a:solidFill>
              <a:srgbClr val="5B8C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72600" y="224028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Multi-district rollout, admin analytics, funding-report automation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5B8C5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3776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F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NagRaksha turns a single SOS into three simultaneous rescues — and gets each victim to a hospital that can actually treat them.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2026-07-23T19:05:49Z</dcterms:created>
  <dcterms:modified xsi:type="dcterms:W3CDTF">2026-07-23T19:05:49Z</dcterms:modified>
</cp:coreProperties>
</file>